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a:t>
            </a:r>
            <a:r>
              <a:rPr sz="1600">
                <a:solidFill>
                  <a:srgbClr val="D4D4D4"/>
                </a:solidFill>
                <a:latin typeface="Consolas"/>
              </a:rPr>
              <a:t>derivs</a:t>
            </a:r>
            <a:r>
              <a:rPr sz="1600">
                <a:solidFill>
                  <a:srgbClr val="D4D4D4"/>
                </a:solidFill>
                <a:latin typeface="Consolas"/>
              </a:rPr>
              <a:t>(</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rho</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1.225</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exp</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8500.0</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4</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4</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5</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0.5</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rho</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CD</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AREA</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thrust_table_lookup</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propulsion</a:t>
            </a:r>
          </a:p>
          <a:p>
            <a:pPr>
              <a:spcAft>
                <a:spcPts val="100"/>
              </a:spcAft>
            </a:pP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B5CEA8"/>
                </a:solidFill>
                <a:latin typeface="Consolas"/>
              </a:rPr>
              <a:t>3</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Ft</a:t>
            </a:r>
            <a:r>
              <a:rPr sz="1600">
                <a:solidFill>
                  <a:srgbClr val="D4D4D4"/>
                </a:solidFill>
                <a:latin typeface="Consolas"/>
              </a:rPr>
              <a:t>*</a:t>
            </a:r>
            <a:r>
              <a:rPr sz="1600">
                <a:solidFill>
                  <a:srgbClr val="D4D4D4"/>
                </a:solidFill>
                <a:latin typeface="Consolas"/>
              </a:rPr>
              <a:t>ax</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a:t>
            </a:r>
            <a:r>
              <a:rPr sz="1600">
                <a:solidFill>
                  <a:srgbClr val="D4D4D4"/>
                </a:solidFill>
                <a:latin typeface="Consolas"/>
              </a:rPr>
              <a:t>vx_hat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13</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a:t>
            </a:r>
            <a:r>
              <a:rPr sz="1600">
                <a:solidFill>
                  <a:srgbClr val="D4D4D4"/>
                </a:solidFill>
                <a:latin typeface="Consolas"/>
              </a:rPr>
              <a:t>computeDerivatives</a:t>
            </a:r>
            <a:r>
              <a:rPr sz="1600">
                <a:solidFill>
                  <a:srgbClr val="D4D4D4"/>
                </a:solidFill>
                <a:latin typeface="Consolas"/>
              </a:rPr>
              <a:t>(</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dydt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a:t>
            </a:r>
            <a:r>
              <a:rPr sz="1600" b="1">
                <a:solidFill>
                  <a:srgbClr val="D4D4D4"/>
                </a:solidFill>
                <a:latin typeface="Consolas"/>
              </a:rPr>
              <a:t>getOutput</a:t>
            </a:r>
            <a:r>
              <a:rPr sz="1600" b="1">
                <a:solidFill>
                  <a:srgbClr val="D4D4D4"/>
                </a:solidFill>
                <a:latin typeface="Consolas"/>
              </a:rPr>
              <a:t>(</a:t>
            </a:r>
            <a:r>
              <a:rPr sz="1600" b="1">
                <a:solidFill>
                  <a:srgbClr val="569CD6"/>
                </a:solidFill>
                <a:latin typeface="Consolas"/>
              </a:rPr>
              <a:t>const</a:t>
            </a:r>
            <a:r>
              <a:rPr sz="1600" b="1">
                <a:solidFill>
                  <a:srgbClr val="D4D4D4"/>
                </a:solidFill>
                <a:latin typeface="Consolas"/>
              </a:rPr>
              <a:t> </a:t>
            </a:r>
            <a:r>
              <a:rPr sz="1600" b="1">
                <a:solidFill>
                  <a:srgbClr val="D4D4D4"/>
                </a:solidFill>
                <a:latin typeface="Consolas"/>
              </a:rPr>
              <a:t>std</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string</a:t>
            </a:r>
            <a:r>
              <a:rPr sz="1600" b="1">
                <a:solidFill>
                  <a:srgbClr val="D4D4D4"/>
                </a:solidFill>
                <a:latin typeface="Consolas"/>
              </a:rPr>
              <a:t>&amp;</a:t>
            </a:r>
            <a:r>
              <a:rPr sz="1600" b="1">
                <a:solidFill>
                  <a:srgbClr val="D4D4D4"/>
                </a:solidFill>
                <a:latin typeface="Consolas"/>
              </a:rPr>
              <a:t> </a:t>
            </a:r>
            <a:r>
              <a:rPr sz="1600" b="1">
                <a:solidFill>
                  <a:srgbClr val="D4D4D4"/>
                </a:solidFill>
                <a:latin typeface="Consolas"/>
              </a:rPr>
              <a:t>name</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B5CEA8"/>
                </a:solidFill>
                <a:latin typeface="Consolas"/>
              </a:rPr>
              <a:t>0</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Component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vector</a:t>
            </a:r>
            <a:r>
              <a:rPr sz="1600">
                <a:solidFill>
                  <a:srgbClr val="D4D4D4"/>
                </a:solidFill>
                <a:latin typeface="Consolas"/>
              </a:rPr>
              <a:t>&lt;</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unique_ptr</a:t>
            </a:r>
            <a:r>
              <a:rPr sz="1600">
                <a:solidFill>
                  <a:srgbClr val="D4D4D4"/>
                </a:solidFill>
                <a:latin typeface="Consolas"/>
              </a:rPr>
              <a:t>&lt;</a:t>
            </a:r>
            <a:r>
              <a:rPr sz="1600">
                <a:solidFill>
                  <a:srgbClr val="4EC9B0"/>
                </a:solidFill>
                <a:latin typeface="Consolas"/>
              </a:rPr>
              <a:t>Component</a:t>
            </a:r>
            <a:r>
              <a:rPr sz="1600">
                <a:solidFill>
                  <a:srgbClr val="D4D4D4"/>
                </a:solidFill>
                <a:latin typeface="Consolas"/>
              </a:rPr>
              <a:t>&gt;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components</a:t>
            </a:r>
            <a:r>
              <a:rPr sz="1600">
                <a:solidFill>
                  <a:srgbClr val="D4D4D4"/>
                </a:solidFill>
                <a:latin typeface="Consolas"/>
              </a:rPr>
              <a:t>;</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D4D4D4"/>
                </a:solidFill>
                <a:latin typeface="Consolas"/>
              </a:rPr>
              <a:t>(</a:t>
            </a:r>
            <a:r>
              <a:rPr sz="1600" b="1">
                <a:solidFill>
                  <a:srgbClr val="569CD6"/>
                </a:solidFill>
                <a:latin typeface="Consolas"/>
              </a:rPr>
              <a:t>auto</a:t>
            </a:r>
            <a:r>
              <a:rPr sz="1600" b="1">
                <a:solidFill>
                  <a:srgbClr val="D4D4D4"/>
                </a:solidFill>
                <a:latin typeface="Consolas"/>
              </a:rPr>
              <a:t>&amp;</a:t>
            </a:r>
            <a:r>
              <a:rPr sz="1600" b="1">
                <a:solidFill>
                  <a:srgbClr val="D4D4D4"/>
                </a:solidFill>
                <a:latin typeface="Consolas"/>
              </a:rPr>
              <a:t> </a:t>
            </a:r>
            <a:r>
              <a:rPr sz="1600" b="1">
                <a:solidFill>
                  <a:srgbClr val="D4D4D4"/>
                </a:solidFill>
                <a:latin typeface="Consolas"/>
              </a:rPr>
              <a:t>c</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components</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innermost loop of RK4,</a:t>
            </a:r>
          </a:p>
          <a:p>
            <a:pPr>
              <a:spcAft>
                <a:spcPts val="100"/>
              </a:spcAft>
            </a:pPr>
            <a:r>
              <a:rPr sz="1600" b="1">
                <a:solidFill>
                  <a:srgbClr val="D4D4D4"/>
                </a:solidFill>
                <a:latin typeface="Consolas"/>
              </a:rPr>
              <a:t>    </a:t>
            </a:r>
            <a:r>
              <a:rPr sz="1600" b="1">
                <a:solidFill>
                  <a:srgbClr val="D4D4D4"/>
                </a:solidFill>
                <a:latin typeface="Consolas"/>
              </a:rPr>
              <a:t>c</a:t>
            </a:r>
            <a:r>
              <a:rPr sz="1600" b="1">
                <a:solidFill>
                  <a:srgbClr val="D4D4D4"/>
                </a:solidFill>
                <a:latin typeface="Consolas"/>
              </a:rPr>
              <a:t>-</a:t>
            </a:r>
            <a:r>
              <a:rPr sz="1600" b="1">
                <a:solidFill>
                  <a:srgbClr val="D4D4D4"/>
                </a:solidFill>
                <a:latin typeface="Consolas"/>
              </a:rPr>
              <a:t>&gt;</a:t>
            </a:r>
            <a:r>
              <a:rPr sz="1600" b="1">
                <a:solidFill>
                  <a:srgbClr val="D4D4D4"/>
                </a:solidFill>
                <a:latin typeface="Consolas"/>
              </a:rPr>
              <a:t>computeDerivatives</a:t>
            </a:r>
            <a:r>
              <a:rPr sz="1600" b="1">
                <a:solidFill>
                  <a:srgbClr val="D4D4D4"/>
                </a:solidFill>
                <a:latin typeface="Consolas"/>
              </a:rPr>
              <a:t>(</a:t>
            </a:r>
            <a:r>
              <a:rPr sz="1600" b="1">
                <a:solidFill>
                  <a:srgbClr val="D4D4D4"/>
                </a:solidFill>
                <a:latin typeface="Consolas"/>
              </a:rPr>
              <a:t>t</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y</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dydt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same shape, different types */</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m_mass</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a:t>
            </a:r>
            <a:r>
              <a:rPr sz="1600">
                <a:solidFill>
                  <a:srgbClr val="D4D4D4"/>
                </a:solidFill>
                <a:latin typeface="Consolas"/>
              </a:rPr>
              <a:t>derivatives</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velocity</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localState</a:t>
            </a:r>
            <a:r>
              <a:rPr sz="1600">
                <a:solidFill>
                  <a:srgbClr val="D4D4D4"/>
                </a:solidFill>
                <a:latin typeface="Consolas"/>
              </a:rPr>
              <a:t>(</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force</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registry</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velocity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force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m_mass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dv/dt = F/m</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r>
              <a:rPr sz="1600">
                <a:solidFill>
                  <a:srgbClr val="D4D4D4"/>
                </a:solidFill>
                <a:latin typeface="Consolas"/>
              </a:rPr>
              <a:t>            </a:t>
            </a:r>
            <a:r>
              <a:rPr sz="1600">
                <a:solidFill>
                  <a:srgbClr val="6A9955"/>
                </a:solidFill>
                <a:latin typeface="Consolas"/>
              </a:rPr>
              <a:t>// Velocity: same, localState(s, 1)</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localState</a:t>
            </a:r>
            <a:r>
              <a:rPr sz="1600">
                <a:solidFill>
                  <a:srgbClr val="D4D4D4"/>
                </a:solidFill>
                <a:latin typeface="Consolas"/>
              </a:rPr>
              <a:t>(</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m_stiffness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m_rest_length</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x1</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 </a:t>
            </a:r>
            <a:r>
              <a:rPr sz="1600" b="1">
                <a:solidFill>
                  <a:srgbClr val="D4D4D4"/>
                </a:solidFill>
                <a:latin typeface="Consolas"/>
              </a:rPr>
              <a:t>x2</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query</a:t>
            </a:r>
            <a:r>
              <a:rPr sz="1600" b="1">
                <a:solidFill>
                  <a:srgbClr val="D4D4D4"/>
                </a:solidFill>
                <a:latin typeface="Consolas"/>
              </a:rPr>
              <a:t>&lt;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reg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state</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extension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m_rest_length</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m_stiffness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extension</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Hooke's law</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query</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Newton's 3rd</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D4D4D4"/>
                </a:solidFill>
                <a:latin typeface="Consolas"/>
              </a:rPr>
              <a:t>system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m1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Mass</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Velocity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m2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Mass</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mass2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Velocity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pe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spring</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PotentialEnergy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registry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B5CEA8"/>
                </a:solidFill>
                <a:latin typeface="Consolas"/>
              </a:rPr>
              <a:t>0.5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m1</a:t>
            </a:r>
            <a:r>
              <a:rPr sz="1600">
                <a:solidFill>
                  <a:srgbClr val="D4D4D4"/>
                </a:solidFill>
                <a:latin typeface="Consolas"/>
              </a:rPr>
              <a:t>*</a:t>
            </a:r>
            <a:r>
              <a:rPr sz="1600">
                <a:solidFill>
                  <a:srgbClr val="D4D4D4"/>
                </a:solidFill>
                <a:latin typeface="Consolas"/>
              </a:rPr>
              <a:t>v1</a:t>
            </a:r>
            <a:r>
              <a:rPr sz="1600">
                <a:solidFill>
                  <a:srgbClr val="D4D4D4"/>
                </a:solidFill>
                <a:latin typeface="Consolas"/>
              </a:rPr>
              <a:t>*</a:t>
            </a:r>
            <a:r>
              <a:rPr sz="1600">
                <a:solidFill>
                  <a:srgbClr val="D4D4D4"/>
                </a:solidFill>
                <a:latin typeface="Consolas"/>
              </a:rPr>
              <a:t>v1</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B5CEA8"/>
                </a:solidFill>
                <a:latin typeface="Consolas"/>
              </a:rPr>
              <a:t>0.5</a:t>
            </a:r>
            <a:r>
              <a:rPr sz="1600">
                <a:solidFill>
                  <a:srgbClr val="D4D4D4"/>
                </a:solidFill>
                <a:latin typeface="Consolas"/>
              </a:rPr>
              <a:t>)</a:t>
            </a:r>
            <a:r>
              <a:rPr sz="1600">
                <a:solidFill>
                  <a:srgbClr val="D4D4D4"/>
                </a:solidFill>
                <a:latin typeface="Consolas"/>
              </a:rPr>
              <a:t>*</a:t>
            </a:r>
            <a:r>
              <a:rPr sz="1600">
                <a:solidFill>
                  <a:srgbClr val="D4D4D4"/>
                </a:solidFill>
                <a:latin typeface="Consolas"/>
              </a:rPr>
              <a:t>m2</a:t>
            </a:r>
            <a:r>
              <a:rPr sz="1600">
                <a:solidFill>
                  <a:srgbClr val="D4D4D4"/>
                </a:solidFill>
                <a:latin typeface="Consolas"/>
              </a:rPr>
              <a:t>*</a:t>
            </a:r>
            <a:r>
              <a:rPr sz="1600">
                <a:solidFill>
                  <a:srgbClr val="D4D4D4"/>
                </a:solidFill>
                <a:latin typeface="Consolas"/>
              </a:rPr>
              <a:t>v2</a:t>
            </a:r>
            <a:r>
              <a:rPr sz="1600">
                <a:solidFill>
                  <a:srgbClr val="D4D4D4"/>
                </a:solidFill>
                <a:latin typeface="Consolas"/>
              </a:rPr>
              <a:t>*</a:t>
            </a:r>
            <a:r>
              <a:rPr sz="1600">
                <a:solidFill>
                  <a:srgbClr val="D4D4D4"/>
                </a:solidFill>
                <a:latin typeface="Consolas"/>
              </a:rPr>
              <a:t>v2</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pe</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makeODESystem</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a:t>
            </a:r>
            <a:r>
              <a:rPr sz="1600" b="1">
                <a:solidFill>
                  <a:srgbClr val="D4D4D4"/>
                </a:solidFill>
                <a:latin typeface="Consolas"/>
              </a:rPr>
              <a:t>sys</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hasFunction</a:t>
            </a:r>
            <a:r>
              <a:rPr sz="1600" b="1">
                <a:solidFill>
                  <a:srgbClr val="D4D4D4"/>
                </a:solidFill>
                <a:latin typeface="Consolas"/>
              </a:rPr>
              <a:t>&lt;</a:t>
            </a:r>
            <a:r>
              <a:rPr sz="1600" b="1">
                <a:solidFill>
                  <a:srgbClr val="D4D4D4"/>
                </a:solidFill>
                <a:latin typeface="Consolas"/>
              </a:rPr>
              <a:t>system</a:t>
            </a:r>
            <a:r>
              <a:rPr sz="1600" b="1">
                <a:solidFill>
                  <a:srgbClr val="D4D4D4"/>
                </a:solidFill>
                <a:latin typeface="Consolas"/>
              </a:rPr>
              <a:t>:</a:t>
            </a:r>
            <a:r>
              <a:rPr sz="1600" b="1">
                <a:solidFill>
                  <a:srgbClr val="D4D4D4"/>
                </a:solidFill>
                <a:latin typeface="Consolas"/>
              </a:rPr>
              <a:t>:</a:t>
            </a:r>
            <a:r>
              <a:rPr sz="1600" b="1">
                <a:solidFill>
                  <a:srgbClr val="4EC9B0"/>
                </a:solidFill>
                <a:latin typeface="Consolas"/>
              </a:rPr>
              <a:t>TotalEnergy</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a:t>
            </a:r>
            <a:r>
              <a:rPr sz="1600">
                <a:solidFill>
                  <a:srgbClr val="D4D4D4"/>
                </a:solidFill>
                <a:latin typeface="Consolas"/>
              </a:rPr>
              <a:t>solver</a:t>
            </a:r>
            <a:r>
              <a:rPr sz="1600">
                <a:solidFill>
                  <a:srgbClr val="D4D4D4"/>
                </a:solidFill>
                <a:latin typeface="Consolas"/>
              </a:rPr>
              <a:t>;</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sol</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solver</a:t>
            </a:r>
            <a:r>
              <a:rPr sz="1600">
                <a:solidFill>
                  <a:srgbClr val="D4D4D4"/>
                </a:solidFill>
                <a:latin typeface="Consolas"/>
              </a:rPr>
              <a:t>.</a:t>
            </a:r>
            <a:r>
              <a:rPr sz="1600">
                <a:solidFill>
                  <a:srgbClr val="D4D4D4"/>
                </a:solidFill>
                <a:latin typeface="Consolas"/>
              </a:rPr>
              <a:t>solve</a:t>
            </a:r>
            <a:r>
              <a:rPr sz="1600">
                <a:solidFill>
                  <a:srgbClr val="D4D4D4"/>
                </a:solidFill>
                <a:latin typeface="Consolas"/>
              </a:rPr>
              <a:t>(</a:t>
            </a:r>
            <a:r>
              <a:rPr sz="1600">
                <a:solidFill>
                  <a:srgbClr val="D4D4D4"/>
                </a:solidFill>
                <a:latin typeface="Consolas"/>
              </a:rPr>
              <a:t>derivs</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getStateDimension</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getInitialState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sys</a:t>
            </a:r>
            <a:r>
              <a:rPr sz="1600">
                <a:solidFill>
                  <a:srgbClr val="D4D4D4"/>
                </a:solidFill>
                <a:latin typeface="Consolas"/>
              </a:rPr>
              <a:t>.</a:t>
            </a:r>
            <a:r>
              <a:rPr sz="1600">
                <a:solidFill>
                  <a:srgbClr val="D4D4D4"/>
                </a:solidFill>
                <a:latin typeface="Consolas"/>
              </a:rPr>
              <a:t>query</a:t>
            </a:r>
            <a:r>
              <a:rPr sz="1600">
                <a:solidFill>
                  <a:srgbClr val="D4D4D4"/>
                </a:solidFill>
                <a:latin typeface="Consolas"/>
              </a:rPr>
              <a:t>&lt;</a:t>
            </a:r>
            <a:r>
              <a:rPr sz="1600">
                <a:solidFill>
                  <a:srgbClr val="D4D4D4"/>
                </a:solidFill>
                <a:latin typeface="Consolas"/>
              </a:rPr>
              <a:t>system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TotalEnergy</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sol</a:t>
            </a:r>
            <a:r>
              <a:rPr sz="1600">
                <a:solidFill>
                  <a:srgbClr val="D4D4D4"/>
                </a:solidFill>
                <a:latin typeface="Consolas"/>
              </a:rPr>
              <a:t>.</a:t>
            </a:r>
            <a:r>
              <a:rPr sz="1600">
                <a:solidFill>
                  <a:srgbClr val="D4D4D4"/>
                </a:solidFill>
                <a:latin typeface="Consolas"/>
              </a:rPr>
              <a:t>states</a:t>
            </a:r>
            <a:r>
              <a:rPr sz="1600">
                <a:solidFill>
                  <a:srgbClr val="D4D4D4"/>
                </a:solidFill>
                <a:latin typeface="Consolas"/>
              </a:rPr>
              <a:t>.</a:t>
            </a:r>
            <a:r>
              <a:rPr sz="1600">
                <a:solidFill>
                  <a:srgbClr val="D4D4D4"/>
                </a:solidFill>
                <a:latin typeface="Consolas"/>
              </a:rPr>
              <a:t>back</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a:t>
            </a:r>
            <a:r>
              <a:rPr sz="1600">
                <a:solidFill>
                  <a:srgbClr val="D4D4D4"/>
                </a:solidFill>
                <a:latin typeface="Consolas"/>
              </a:rPr>
              <a:t>getOutput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 </a:t>
            </a:r>
            <a:r>
              <a:rPr sz="1600">
                <a:solidFill>
                  <a:srgbClr val="D4D4D4"/>
                </a:solidFill>
                <a:latin typeface="Consolas"/>
              </a:rPr>
              <a:t>compute</a:t>
            </a:r>
            <a:r>
              <a:rPr sz="1600">
                <a:solidFill>
                  <a:srgbClr val="D4D4D4"/>
                </a:solidFill>
                <a:latin typeface="Consolas"/>
              </a:rPr>
              <a:t>(</a:t>
            </a:r>
            <a:r>
              <a:rPr sz="1600">
                <a:solidFill>
                  <a:srgbClr val="D4D4D4"/>
                </a:solidFill>
                <a:latin typeface="Consolas"/>
              </a:rPr>
              <a:t>mass1</a:t>
            </a:r>
            <a:r>
              <a:rPr sz="1600">
                <a:solidFill>
                  <a:srgbClr val="D4D4D4"/>
                </a:solidFill>
                <a:latin typeface="Consolas"/>
              </a:rPr>
              <a: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string</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name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tuple</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m_components</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a:t>
            </a:r>
            <a:r>
              <a:rPr sz="1600">
                <a:solidFill>
                  <a:srgbClr val="D4D4D4"/>
                </a:solidFill>
                <a:latin typeface="Consolas"/>
              </a:rPr>
              <a:t>hasFunction</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D4D4D4"/>
                </a:solidFill>
                <a:latin typeface="Consolas"/>
              </a:rPr>
              <a:t>(</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T</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Registry</a:t>
            </a:r>
            <a:r>
              <a:rPr sz="1600" b="1">
                <a:solidFill>
                  <a:srgbClr val="D4D4D4"/>
                </a:solidFill>
                <a:latin typeface="Consolas"/>
              </a:rPr>
              <a:t>&gt;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computeFunction</a:t>
            </a:r>
            <a:r>
              <a:rPr sz="1600">
                <a:solidFill>
                  <a:srgbClr val="D4D4D4"/>
                </a:solidFill>
                <a:latin typeface="Consolas"/>
              </a:rPr>
              <a:t>(</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a:t>
            </a:r>
            <a:r>
              <a:rPr sz="1600" b="1">
                <a:solidFill>
                  <a:srgbClr val="D4D4D4"/>
                </a:solidFill>
                <a:latin typeface="Consolas"/>
              </a:rPr>
              <a:t>hasFunction</a:t>
            </a:r>
            <a:r>
              <a:rPr sz="1600" b="1">
                <a:solidFill>
                  <a:srgbClr val="D4D4D4"/>
                </a:solidFill>
                <a:latin typeface="Consolas"/>
              </a:rPr>
              <a:t>&lt;</a:t>
            </a:r>
            <a:r>
              <a:rPr sz="1600" b="1">
                <a:solidFill>
                  <a:srgbClr val="4EC9B0"/>
                </a:solidFill>
                <a:latin typeface="Consolas"/>
              </a:rPr>
              <a:t>Tag</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b="1">
                <a:solidFill>
                  <a:srgbClr val="D4D4D4"/>
                </a:solidFill>
                <a:latin typeface="Consolas"/>
              </a:rPr>
              <a:t>                      </a:t>
            </a:r>
            <a:r>
              <a:rPr sz="1600" b="1">
                <a:solidFill>
                  <a:srgbClr val="CE9178"/>
                </a:solidFill>
                <a:latin typeface="Consolas"/>
              </a:rPr>
              <a:t>"</a:t>
            </a:r>
            <a:r>
              <a:rPr sz="1600" b="1">
                <a:solidFill>
                  <a:srgbClr val="CE9178"/>
                </a:solidFill>
                <a:latin typeface="Consolas"/>
              </a:rPr>
              <a:t>No component provides this state function</a:t>
            </a:r>
            <a:r>
              <a:rPr sz="1600" b="1">
                <a:solidFill>
                  <a:srgbClr val="CE9178"/>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provider</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findProvider</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a:t>
            </a:r>
            <a:r>
              <a:rPr sz="1600">
                <a:solidFill>
                  <a:srgbClr val="D4D4D4"/>
                </a:solidFill>
                <a:latin typeface="Consolas"/>
              </a:rPr>
              <a:t>provider</a:t>
            </a:r>
            <a:r>
              <a:rPr sz="1600">
                <a:solidFill>
                  <a:srgbClr val="D4D4D4"/>
                </a:solidFill>
                <a:latin typeface="Consolas"/>
              </a:rPr>
              <a:t>.</a:t>
            </a:r>
            <a:r>
              <a:rPr sz="1600">
                <a:solidFill>
                  <a:srgbClr val="D4D4D4"/>
                </a:solidFill>
                <a:latin typeface="Consolas"/>
              </a:rPr>
              <a:t>compute</a:t>
            </a:r>
            <a:r>
              <a:rPr sz="1600">
                <a:solidFill>
                  <a:srgbClr val="D4D4D4"/>
                </a:solidFill>
                <a:latin typeface="Consolas"/>
              </a:rPr>
              <a:t>(</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569CD6"/>
                </a:solidFill>
                <a:latin typeface="Consolas"/>
              </a:rPr>
              <a:t>this</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state_size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convertible_to</a:t>
            </a:r>
            <a:r>
              <a:rPr sz="1600">
                <a:solidFill>
                  <a:srgbClr val="D4D4D4"/>
                </a:solidFill>
                <a:latin typeface="Consolas"/>
              </a:rPr>
              <a:t>&lt;</a:t>
            </a:r>
            <a:r>
              <a:rPr sz="1600">
                <a:solidFill>
                  <a:srgbClr val="4EC9B0"/>
                </a:solidFill>
                <a:latin typeface="Consolas"/>
              </a:rPr>
              <a:t>size_t</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getInitialLocalState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same_as</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r>
              <a:rPr sz="1600">
                <a:solidFill>
                  <a:srgbClr val="D4D4D4"/>
                </a:solidFill>
                <a:latin typeface="Consolas"/>
              </a:rPr>
              <a:t>;</a:t>
            </a:r>
          </a:p>
          <a:p>
            <a:pPr>
              <a:spcAft>
                <a:spcPts val="100"/>
              </a:spcAft>
            </a:pP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a:t>
            </a:r>
            <a:r>
              <a:rPr sz="1600">
                <a:solidFill>
                  <a:srgbClr val="D4D4D4"/>
                </a:solidFill>
                <a:latin typeface="Consolas"/>
              </a:rPr>
              <a:t>C</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&amp;</a:t>
            </a:r>
            <a:r>
              <a:rPr sz="1600">
                <a:solidFill>
                  <a:srgbClr val="D4D4D4"/>
                </a:solidFill>
                <a:latin typeface="Consolas"/>
              </a:rPr>
              <a:t>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span</a:t>
            </a:r>
            <a:r>
              <a:rPr sz="1600">
                <a:solidFill>
                  <a:srgbClr val="D4D4D4"/>
                </a:solidFill>
                <a:latin typeface="Consolas"/>
              </a:rPr>
              <a:t>&lt;</a:t>
            </a:r>
            <a:r>
              <a:rPr sz="1600">
                <a:solidFill>
                  <a:srgbClr val="569CD6"/>
                </a:solidFill>
                <a:latin typeface="Consolas"/>
              </a:rPr>
              <a:t>const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a:t>
            </a:r>
            <a:r>
              <a:rPr sz="1600">
                <a:solidFill>
                  <a:srgbClr val="D4D4D4"/>
                </a:solidFill>
                <a:latin typeface="Consolas"/>
              </a:rPr>
              <a:t>.</a:t>
            </a:r>
            <a:r>
              <a:rPr sz="1600">
                <a:solidFill>
                  <a:srgbClr val="D4D4D4"/>
                </a:solidFill>
                <a:latin typeface="Consolas"/>
              </a:rPr>
              <a:t>compute</a:t>
            </a:r>
            <a:r>
              <a:rPr sz="1600">
                <a:solidFill>
                  <a:srgbClr val="D4D4D4"/>
                </a:solidFill>
                <a:latin typeface="Consolas"/>
              </a:rPr>
              <a:t>(</a:t>
            </a:r>
            <a:r>
              <a:rPr sz="1600">
                <a:solidFill>
                  <a:srgbClr val="4EC9B0"/>
                </a:solidFill>
                <a:latin typeface="Consolas"/>
              </a:rPr>
              <a:t>Tag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reg</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sim</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makeODESystem</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D4D4D4"/>
                </a:solidFill>
                <a:latin typeface="Consolas"/>
              </a:rPr>
              <a:t>(</a:t>
            </a:r>
            <a:r>
              <a:rPr sz="1600">
                <a:solidFill>
                  <a:srgbClr val="D4D4D4"/>
                </a:solidFill>
                <a:latin typeface="Consolas"/>
              </a:rPr>
              <a:t>comps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a:t>
            </a:r>
            <a:r>
              <a:rPr sz="1600" b="1">
                <a:solidFill>
                  <a:srgbClr val="D4D4D4"/>
                </a:solidFill>
                <a:latin typeface="Consolas"/>
              </a:rPr>
              <a:t>D</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a:t>
            </a:r>
            <a:r>
              <a:rPr sz="1600" b="1">
                <a:solidFill>
                  <a:srgbClr val="D4D4D4"/>
                </a:solidFill>
                <a:latin typeface="Consolas"/>
              </a:rPr>
              <a:t>grad</a:t>
            </a:r>
            <a:r>
              <a:rPr sz="1600" b="1">
                <a:solidFill>
                  <a:srgbClr val="D4D4D4"/>
                </a:solidFill>
                <a:latin typeface="Consolas"/>
              </a:rPr>
              <a:t> </a:t>
            </a:r>
            <a:r>
              <a:rPr sz="1600" b="1">
                <a:solidFill>
                  <a:srgbClr val="D4D4D4"/>
                </a:solidFill>
                <a:latin typeface="Consolas"/>
              </a:rPr>
              <a:t>=</a:t>
            </a:r>
            <a:r>
              <a:rPr sz="1600" b="1">
                <a:solidFill>
                  <a:srgbClr val="D4D4D4"/>
                </a:solidFill>
                <a:latin typeface="Consolas"/>
              </a:rPr>
              <a:t> </a:t>
            </a:r>
            <a:r>
              <a:rPr sz="1600" b="1">
                <a:solidFill>
                  <a:srgbClr val="D4D4D4"/>
                </a:solidFill>
                <a:latin typeface="Consolas"/>
              </a:rPr>
              <a:t>makeODESystem</a:t>
            </a:r>
            <a:r>
              <a:rPr sz="1600" b="1">
                <a:solidFill>
                  <a:srgbClr val="D4D4D4"/>
                </a:solidFill>
                <a:latin typeface="Consolas"/>
              </a:rPr>
              <a:t>&lt;</a:t>
            </a:r>
            <a:r>
              <a:rPr sz="1600" b="1">
                <a:solidFill>
                  <a:srgbClr val="D4D4D4"/>
                </a:solidFill>
                <a:latin typeface="Consolas"/>
              </a:rPr>
              <a:t>D</a:t>
            </a:r>
            <a:r>
              <a:rPr sz="1600" b="1">
                <a:solidFill>
                  <a:srgbClr val="D4D4D4"/>
                </a:solidFill>
                <a:latin typeface="Consolas"/>
              </a:rPr>
              <a:t>&gt;</a:t>
            </a:r>
            <a:r>
              <a:rPr sz="1600" b="1">
                <a:solidFill>
                  <a:srgbClr val="D4D4D4"/>
                </a:solidFill>
                <a:latin typeface="Consolas"/>
              </a:rPr>
              <a:t>(</a:t>
            </a:r>
            <a:r>
              <a:rPr sz="1600" b="1">
                <a:solidFill>
                  <a:srgbClr val="D4D4D4"/>
                </a:solidFill>
                <a:latin typeface="Consolas"/>
              </a:rPr>
              <a:t>comps</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r>
              <a:rPr sz="1600" b="1">
                <a:solidFill>
                  <a:srgbClr val="D4D4D4"/>
                </a:solidFill>
                <a:latin typeface="Consolas"/>
              </a:rPr>
              <a:t>;</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J</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computeJacobian</a:t>
            </a:r>
            <a:r>
              <a:rPr sz="1600">
                <a:solidFill>
                  <a:srgbClr val="D4D4D4"/>
                </a:solidFill>
                <a:latin typeface="Consolas"/>
              </a:rPr>
              <a:t>(</a:t>
            </a:r>
            <a:r>
              <a:rPr sz="1600">
                <a:solidFill>
                  <a:srgbClr val="D4D4D4"/>
                </a:solidFill>
                <a:latin typeface="Consolas"/>
              </a:rPr>
              <a:t>grad</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state</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a:t>
            </a:r>
            <a:r>
              <a:rPr sz="1600">
                <a:solidFill>
                  <a:srgbClr val="D4D4D4"/>
                </a:solidFill>
                <a:latin typeface="Consolas"/>
              </a:rPr>
              <a:t>K</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lqr</a:t>
            </a:r>
            <a:r>
              <a:rPr sz="1600">
                <a:solidFill>
                  <a:srgbClr val="D4D4D4"/>
                </a:solidFill>
                <a:latin typeface="Consolas"/>
              </a:rPr>
              <a:t>(</a:t>
            </a:r>
            <a:r>
              <a:rPr sz="1600">
                <a:solidFill>
                  <a:srgbClr val="D4D4D4"/>
                </a:solidFill>
                <a:latin typeface="Consolas"/>
              </a:rPr>
              <a:t>J</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J</a:t>
            </a:r>
            <a:r>
              <a:rPr sz="1600">
                <a:solidFill>
                  <a:srgbClr val="D4D4D4"/>
                </a:solidFill>
                <a:latin typeface="Consolas"/>
              </a:rPr>
              <a:t>.</a:t>
            </a:r>
            <a:r>
              <a:rPr sz="1600">
                <a:solidFill>
                  <a:srgbClr val="D4D4D4"/>
                </a:solidFill>
                <a:latin typeface="Consolas"/>
              </a:rPr>
              <a:t>B</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Q</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a:t>
            </a:r>
            <a:r>
              <a:rPr sz="1600">
                <a:solidFill>
                  <a:srgbClr val="D4D4D4"/>
                </a:solidFill>
                <a:latin typeface="Consolas"/>
              </a:rPr>
              <a:t>)</a:t>
            </a:r>
            <a:r>
              <a:rPr sz="16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